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Top 5 vs Bottom 5 Breeds by Training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images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Shih-Tzu</c:v>
                  </c:pt>
                  <c:pt idx="1">
                    <c:v>Lhasa</c:v>
                  </c:pt>
                  <c:pt idx="2">
                    <c:v>Labrador</c:v>
                  </c:pt>
                  <c:pt idx="3">
                    <c:v>Basset</c:v>
                  </c:pt>
                  <c:pt idx="4">
                    <c:v>Scotch Terrier</c:v>
                  </c:pt>
                  <c:pt idx="5">
                    <c:v>Am. Hairless</c:v>
                  </c:pt>
                  <c:pt idx="6">
                    <c:v>Vizsla</c:v>
                  </c:pt>
                  <c:pt idx="7">
                    <c:v>Yorkie</c:v>
                  </c:pt>
                  <c:pt idx="8">
                    <c:v>Boston Terrier</c:v>
                  </c:pt>
                  <c:pt idx="9">
                    <c:v>Bearded Collie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198</c:v>
                </c:pt>
                <c:pt idx="1">
                  <c:v>187</c:v>
                </c:pt>
                <c:pt idx="2">
                  <c:v>161</c:v>
                </c:pt>
                <c:pt idx="3">
                  <c:v>159</c:v>
                </c:pt>
                <c:pt idx="4">
                  <c:v>150</c:v>
                </c:pt>
                <c:pt idx="5">
                  <c:v>65</c:v>
                </c:pt>
                <c:pt idx="6">
                  <c:v>81</c:v>
                </c:pt>
                <c:pt idx="7">
                  <c:v>78</c:v>
                </c:pt>
                <c:pt idx="8">
                  <c:v>79</c:v>
                </c:pt>
                <c:pt idx="9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🐾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Dog Breed Classification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Sprint 1 Standup  •  June 11,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Pluto's Repawsitory  •  The Knowledge House  •  Data Science Fellowship Phase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</a:rPr>
              <a:t>Dre  •  Cameron  •  Manuela  •  Ozor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We're Building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 CNN that takes a photo of a dog and predicts the breed — 70 breeds, ~7,900 images.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840480" y="19659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Challenge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Visually similar breeds, class imbalance, and wild canids mixed in with domestic dogs.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720840" y="19659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Goal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An interactive demo where a user uploads a photo and instantly gets a breed prediction back.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Presenter: Dre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Breeds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9,346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Total Images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7,946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Training Images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92024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700 / 700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Valid /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5146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Dataset: 70 Dog Breeds Image Dataset  —  Kaggle (gpiosenka)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Pre-split into train / valid / test — no manual splitting needed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All images resized to 224×224 — ready for transfer learning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Includes some wild canids (Coyote, Dingo, African Wild Dog) alongside domestic breeds — noted as a dataset limitation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One label issue found: 'American Spaniel' had a double space, causing 71 classes instead of 70 — fixed in EDA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Presenter: Dre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EDA: Class Distribution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Dre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417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Mean: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114 images / breed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2029968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20756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Max: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2075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Shih-Tzu — 198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688336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27340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Min: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27340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Am. Hairless — 65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346704"/>
            <a:ext cx="3017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43600" y="33924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Std Dev: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33924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24.7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Imbalance is modest but Shih-Tzu and American Hairless are outliers — will address in Sprint 2 with augmentation or class weighting.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EDA: Sample Image Grid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Cameron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One sample image per breed pulled directly from the dataset — all 70 breeds visualized.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7276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9202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French Bulldog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417320"/>
            <a:ext cx="157276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9202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German Shepherd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39896" y="1417320"/>
            <a:ext cx="157276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19202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Poodle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9824" y="1417320"/>
            <a:ext cx="1572768" cy="123444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19202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Shih-Tzu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59752" y="1417320"/>
            <a:ext cx="157276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9752" y="19202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Boxer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157276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20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Labrador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29968" y="3017520"/>
            <a:ext cx="157276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3520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Pomeranian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39896" y="3017520"/>
            <a:ext cx="1572768" cy="123444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3520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Chihuahua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3017520"/>
            <a:ext cx="157276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3520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Corgi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9752" y="3017520"/>
            <a:ext cx="157276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3520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Husky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Notable: Bulldog, French Bulldog, and Boston Terrier look very similar — this overlap will likely challenge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EDA: Data Quality &amp; Integrity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Ozor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Missing 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 / 9,346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files present on disk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Corrupted Images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 files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corrupt images detected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Tiny Images (&lt;32px)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 files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80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suspiciously small files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9718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Label Bug Found &amp; Fixed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Dataset showed 71 unique breeds instead of Kaggle's listed 70.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Root cause: 'American Spaniel' had a double space — pandas treated it as a separate breed.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Fixed by stripping whitespace → correct count of 70 breeds restored.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Presenter: Ozor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Background Research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Manuela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How CNNs Work for Image Classification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Source: KDnuggets — "Image Classification with Convolutional Neural Networks"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CNNs convert images to pixel arrays and use convolution to extract features — edges, shapes, textures — without being told what to look for.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 softmax function at the output layer converts the network's raw scores into class probabilities, one per breed.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This is why CNNs are a natural fit: the model figures out what a floppy ear or spotted coat looks like on its own during training.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749040"/>
            <a:ext cx="8503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Why it matters for us: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4251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With 70 visually similar breeds, the model's ability to self-learn distinguishing features is what makes CNNs the right architecture for this project.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Presenter: Manuela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What's Next — Sprint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Resize all images to 224×224, normalize pixel values to [0,1], convert to consistent format for model input.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Augmentation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Handle class imbalance with targeted augmentation — flips, rotations, brightness shifts for under-represented breeds.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Train/Val/Test 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Already split in the dataset — we'll verify distribution integrity across all three splits before modeling.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50292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Framework Decision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Finalize TensorFlow vs PyTorch based on team familiarity and transfer learning support (MobileNet / ResNet).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Presenter: Dre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Sprint 1 complete. EDA done. Data is clean. Ready for Sprint 2.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Pluto's Repawsitory  •  Dre  •  Cameron  •  Manuela  •  Ozor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 Breed Classification — Sprint 1 Standup</dc:title>
  <dc:subject>PptxGenJS Presentation</dc:subject>
  <dc:creator>PptxGenJS</dc:creator>
  <cp:lastModifiedBy>PptxGenJS</cp:lastModifiedBy>
  <cp:revision>1</cp:revision>
  <dcterms:created xsi:type="dcterms:W3CDTF">2026-06-10T11:37:39Z</dcterms:created>
  <dcterms:modified xsi:type="dcterms:W3CDTF">2026-06-10T11:37:39Z</dcterms:modified>
</cp:coreProperties>
</file>